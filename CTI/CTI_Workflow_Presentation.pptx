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Research to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Source-to-Derivative CTI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thorough research into focused, actionable deliverables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consumer who needs threat intelligence.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Today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011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produce thorough research — then deliver the raw research as the finished product.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10+ page reports that contain good intelligence buried in more detail than any single consumer needs.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stops reading. The analyst's work goes underutilized.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2011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deliverables are different things.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analyst's job doesn't end when the research is complete — it ends when the right intelligence reaches the right consumer in a form they can act 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inclusion test exists to filter research into intelligence.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Two-Layer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80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CTI Research Base (Source Layer)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Lossless, exhaustive, internal-only. Captures everything: threat actor profiles, ATT&amp;CK mapping, kill chain detail, IOCs, incident case studies, regulatory context. Every claim sourced, confidence-rated, and typed (Fact / Assessment / Assumption). Never sent outside the CTI team.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69748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8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Shape 9"/>
          <p:cNvSpPr/>
          <p:nvPr/>
        </p:nvSpPr>
        <p:spPr>
          <a:xfrm>
            <a:off x="1005840" y="3383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747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Derivative Products (Deliverables)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05840" y="38404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Audience-specific outputs filtered from the research base. Each derivative has a defined consumer, a defined question it answers, and an inclusion test. Information flows down only if it answers a question the consumer has.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0" y="1051560"/>
            <a:ext cx="402336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1051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Research 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consumer +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11580" y="17830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1508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prioritize?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3220" y="17830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606040"/>
            <a:ext cx="1508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8840" y="2606040"/>
            <a:ext cx="1508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749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94860" y="17830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606040"/>
            <a:ext cx="1508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2606040"/>
            <a:ext cx="1508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3749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look like?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86500" y="17830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2606040"/>
            <a:ext cx="1508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532120" y="260604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3749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78140" y="1783080"/>
            <a:ext cx="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2606040"/>
            <a:ext cx="1508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260604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3749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Inclusion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including any section in a derivative, ask three questions: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5544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reading this?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892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specific consumer.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560320"/>
            <a:ext cx="54864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6974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are they making?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decision or action.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703320"/>
            <a:ext cx="54864" cy="9144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3840480"/>
            <a:ext cx="502920" cy="5029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section help them?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178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stays in the research base.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CTI equivalent of Zeltser's threat report rating sheet — every section must answer a question the reader actually has.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Base Quality: Five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pass all five before entering the research 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point to where this came from?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011680"/>
            <a:ext cx="54864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still accurate for the reporting period?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69748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help answer the intelligence requirement?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38328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Confidence-Rated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3429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state Low / Moderate / High and why?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0690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114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9184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Fact, Assessment, or Assumption?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claim fails any gate, it gets cut, reworked, or flagged — not included as-is.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 Rotation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who writes each derivative every cycle. Everyone writes for every audience over time.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 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429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Rotation Accomplishes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learn what each consumer cares about by writing for them directly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Cross-trains the team across CTI, detection, IR, and executive communication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 improves — analysts start collecting with derivatives in mind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Proof: Same Research, Different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7,400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research as deliverable)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05156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051560"/>
            <a:ext cx="54864" cy="1737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(filtered derivative)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05156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051560"/>
            <a:ext cx="54864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75.6%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intelligence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derivatives were produced from one research base — each exactly as long as it needs to be.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292608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Brief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judgments, gaps, actions, ransom economics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table, kill chain, IOCs, detection logic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Brief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 Eng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detections, telemetry sources, Sysmon EIDs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risk, ransom economics, regulatory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Brief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chain phases, artifacts, containment steps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queries, vendor risk, compliance timelines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97280"/>
            <a:ext cx="73152" cy="2926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280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analyst who does the most research is not the one who writes the longest report.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the one who can produce five different deliverables from one body of work — each one exactly as long as it needs to be and no longer.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Influences: Lenny Zeltser (SEC402, Rating Sheet, Top 10 Mistakes)  |  Andrew VanVleet / TIRED Labs (TRR Methodology)  |  Robert M. Lee (Intelligence Assessments)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CTI Source-to-Derivative Workflow</dc:title>
  <dc:subject>PptxGenJS Presentation</dc:subject>
  <dc:creator>CTI Team</dc:creator>
  <cp:lastModifiedBy>CTI Team</cp:lastModifiedBy>
  <cp:revision>1</cp:revision>
  <dcterms:created xsi:type="dcterms:W3CDTF">2026-03-13T03:29:10Z</dcterms:created>
  <dcterms:modified xsi:type="dcterms:W3CDTF">2026-03-13T03:29:10Z</dcterms:modified>
</cp:coreProperties>
</file>