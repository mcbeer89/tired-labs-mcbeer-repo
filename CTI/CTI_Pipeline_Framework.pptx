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Structured CTI Pipeline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Frameworks That Work in Tandem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framework for structuring intelligence requirements,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quality, and audience-specific deliverables.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 Labs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Pipeline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frameworks, each solving one part of the intelligence production problem.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2560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80160" y="15087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1591056"/>
            <a:ext cx="246888" cy="246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331720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29000" y="1371600"/>
            <a:ext cx="256032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0"/>
          <p:cNvSpPr/>
          <p:nvPr/>
        </p:nvSpPr>
        <p:spPr>
          <a:xfrm>
            <a:off x="3429000" y="1371600"/>
            <a:ext cx="54864" cy="2560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1"/>
          <p:cNvSpPr/>
          <p:nvPr/>
        </p:nvSpPr>
        <p:spPr>
          <a:xfrm>
            <a:off x="36118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160520" y="150876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1591056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1188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Quality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61188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qualifies 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331720"/>
            <a:ext cx="274320" cy="27432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309360" y="1371600"/>
            <a:ext cx="256032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16"/>
          <p:cNvSpPr/>
          <p:nvPr/>
        </p:nvSpPr>
        <p:spPr>
          <a:xfrm>
            <a:off x="6309360" y="1371600"/>
            <a:ext cx="54864" cy="2560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17"/>
          <p:cNvSpPr/>
          <p:nvPr/>
        </p:nvSpPr>
        <p:spPr>
          <a:xfrm>
            <a:off x="64922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7040880" y="150876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176" y="1591056"/>
            <a:ext cx="246888" cy="2468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9224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Source-to-Derivative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49224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what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 what form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3152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drive collection → Quality gates filter what enters the research base → Derivatives deliver the right intelligence to the right consumer.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 &amp; Collection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to look for, where to look, and how much evidence is enough.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32588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99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Requirements (IRs)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7190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questions from consumers. 6–8 max. Reviewed semi-annually. "Which threat actors target firms with our profile?"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88720" y="2423160"/>
            <a:ext cx="64008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2423160"/>
            <a:ext cx="54864" cy="868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4963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Intelligence Requirements (PIRs)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81635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time-bound questions. Reviewed quarterly. Each PIR has assigned sources, an analyst owner, and a minimum source threshold.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645920" y="3520440"/>
            <a:ext cx="50292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645920" y="3520440"/>
            <a:ext cx="54864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35935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Intelligence Requirements (SIRs)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39136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Granular, short-lived needs triggered by incidents or emerging events. Answered and closed.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matrix maps every PIR to specific sources. Minimum source thresholds prevent single-source assessments. Standing collection schedule (daily → semi-annual) matches cadence to how fast intelligence changes. Gap register documents what the team can't answer and why — justifying resource requests.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Quality Framework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gates every claim must pass before entering the research base.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8016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3258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325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point to where this came from?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901952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901952"/>
            <a:ext cx="54864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194767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19476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194767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still accurate for the reporting period?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523744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523744"/>
            <a:ext cx="54864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2569464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25694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256946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help answer the intelligence requirement?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145536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145536"/>
            <a:ext cx="54864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319125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31912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Confidence-Rated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17520" y="319125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state Low / Moderate / High and articulate why?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3767328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767328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381304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38130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17520" y="381304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Fact, Assessment, or Assumption?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44805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that fails any single gate </a:t>
            </a:r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enter the research base as-is.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gets cut, reworked, or flagged. The structural gate then checks the research base as a whole: key judgments separated from evidence, competing hypotheses considered, collection gaps documented, assumptions explicit.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Source-to-Derivative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research base, multiple audience-specific deliverables. Each filtered by consumer and question.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097280"/>
            <a:ext cx="402336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097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 Research Base (Internal Only)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Who is reading? What decision? Does this help?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11580" y="1737360"/>
            <a:ext cx="0" cy="6400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77440"/>
            <a:ext cx="15087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377440"/>
            <a:ext cx="150876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871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358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03220" y="1737360"/>
            <a:ext cx="0" cy="6400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48840" y="2377440"/>
            <a:ext cx="15087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2148840" y="2377440"/>
            <a:ext cx="150876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2148840" y="24871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30358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Eng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0280" y="3383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94860" y="1737360"/>
            <a:ext cx="0" cy="6400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2377440"/>
            <a:ext cx="15087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3840480" y="2377440"/>
            <a:ext cx="150876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24871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30358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Team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31920" y="3383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look like?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86500" y="1737360"/>
            <a:ext cx="0" cy="6400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2377440"/>
            <a:ext cx="15087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5532120" y="2377440"/>
            <a:ext cx="15087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5532120" y="24871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2120" y="30358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23560" y="3383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now?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978140" y="1737360"/>
            <a:ext cx="0" cy="6400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2377440"/>
            <a:ext cx="15087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7223760" y="2377440"/>
            <a:ext cx="15087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7223760" y="24871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23760" y="30358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0" y="3383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our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obligations?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topic requires every derivative. Produce what's needed, when it's needed, for whoever is asking.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Frameworks Connect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feeds the next. If anything breaks, you can diagnose where.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7373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for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057400"/>
            <a:ext cx="320040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377440" y="1371600"/>
            <a:ext cx="17373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2377440" y="1371600"/>
            <a:ext cx="54864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251460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14600" y="1828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Gates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what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the base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057400"/>
            <a:ext cx="320040" cy="3200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297680" y="1371600"/>
            <a:ext cx="17373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4297680" y="1371600"/>
            <a:ext cx="54864" cy="1828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3"/>
          <p:cNvSpPr/>
          <p:nvPr/>
        </p:nvSpPr>
        <p:spPr>
          <a:xfrm>
            <a:off x="443484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(Output)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434840" y="1828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Base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judgments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57400"/>
            <a:ext cx="320040" cy="3200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217920" y="1371600"/>
            <a:ext cx="17373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6"/>
          <p:cNvSpPr/>
          <p:nvPr/>
        </p:nvSpPr>
        <p:spPr>
          <a:xfrm>
            <a:off x="6217920" y="1371600"/>
            <a:ext cx="54864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17"/>
          <p:cNvSpPr/>
          <p:nvPr/>
        </p:nvSpPr>
        <p:spPr>
          <a:xfrm>
            <a:off x="635508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355080" y="1828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to the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consumer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57200" y="3520440"/>
            <a:ext cx="768096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0"/>
          <p:cNvSpPr/>
          <p:nvPr/>
        </p:nvSpPr>
        <p:spPr>
          <a:xfrm>
            <a:off x="457200" y="3520440"/>
            <a:ext cx="54864" cy="109728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6" name="Text 21"/>
          <p:cNvSpPr/>
          <p:nvPr/>
        </p:nvSpPr>
        <p:spPr>
          <a:xfrm>
            <a:off x="68580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85800" y="39319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intelligence can be traced from the consumer's question (IR) through the collection that found it (PIR + source), through the quality filter that validated it (five gates), into the research base (with confidence level), and out to the derivative that delivered it. If a deliverable is wrong, you trace backward to find where the chain broke.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Produces Good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5156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know what to look for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097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and PIRs replace open-ended research with defined questions from consumers. Collection plans map each PIR to specific sources.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828800"/>
            <a:ext cx="54864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quality-tested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874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gates prevent unsourced, stale, irrelevant, or unconfident claims from entering the research base. Assumptions are surfaced, not hidden.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06040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606040"/>
            <a:ext cx="54864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get exactly what they need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651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 are filtered by audience and decision. A CISO gets a 2-page brief. A detection engineer gets Sysmon EIDs and query priorities. Same research, right format.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383280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38328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are visible and actionable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3429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register ties unanswerable questions to specific missing capabilities — turning "we need more tools" into a data-backed business case.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16052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cross-trains naturally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4206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rotation across derivative types builds consumer empathy and broadens skills. Writing for the CISO teaches different discipline than writing for the SOC.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Discipline Use Cases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consumes what — each security discipline uses different derivatives from the same research base.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3210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4572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362456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207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88720" y="1481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base directly; produces all derivatives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017520" y="1207008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 owns the pipeline. They build the research base, produce derivatives for every other discipline, and maintain the requirements with consumers.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938528"/>
            <a:ext cx="83210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1938528"/>
            <a:ext cx="4572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080" y="2029968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112264"/>
            <a:ext cx="246888" cy="2468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19568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Engineering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88720" y="22311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Engineering Brief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017520" y="1956816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ATT&amp;CK techniques with telemetry sources and Sysmon EIDs. Feeds directly into query development and SIEM tuning without requiring analysts to parse a full threat report.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7200" y="2688336"/>
            <a:ext cx="83210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6"/>
          <p:cNvSpPr/>
          <p:nvPr/>
        </p:nvSpPr>
        <p:spPr>
          <a:xfrm>
            <a:off x="457200" y="2688336"/>
            <a:ext cx="45720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Shape 17"/>
          <p:cNvSpPr/>
          <p:nvPr/>
        </p:nvSpPr>
        <p:spPr>
          <a:xfrm>
            <a:off x="640080" y="2779776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862072"/>
            <a:ext cx="246888" cy="2468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88720" y="27066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188720" y="29809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Preparedness Brief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017520" y="2706624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Phase-by-phase kill chain with expected artifacts, containment priorities, and evidence preservation checklists. Feeds playbook updates and tabletop exercise design.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57200" y="3438144"/>
            <a:ext cx="83210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2"/>
          <p:cNvSpPr/>
          <p:nvPr/>
        </p:nvSpPr>
        <p:spPr>
          <a:xfrm>
            <a:off x="457200" y="3438144"/>
            <a:ext cx="45720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Shape 23"/>
          <p:cNvSpPr/>
          <p:nvPr/>
        </p:nvSpPr>
        <p:spPr>
          <a:xfrm>
            <a:off x="640080" y="3529584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611880"/>
            <a:ext cx="246888" cy="2468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88720" y="3456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/ Emulation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18872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base + Detection Brief (as validation target)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3017520" y="345643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uses the research base for realistic adversary emulation. They test whether the detections in the Detection Brief actually fire — closing the loop between intelligence and defense.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57200" y="4187952"/>
            <a:ext cx="83210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Shape 28"/>
          <p:cNvSpPr/>
          <p:nvPr/>
        </p:nvSpPr>
        <p:spPr>
          <a:xfrm>
            <a:off x="457200" y="4187952"/>
            <a:ext cx="4572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29"/>
          <p:cNvSpPr/>
          <p:nvPr/>
        </p:nvSpPr>
        <p:spPr>
          <a:xfrm>
            <a:off x="640080" y="427939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4361688"/>
            <a:ext cx="246888" cy="2468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18872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1188720" y="4480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Brief + IR Brief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3017520" y="420624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teams use detection gaps and kill chain detail to form hypotheses. The detection coverage map shows where detections exist and where blind spots remain — hunt operates in the blind spots.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This Comes From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 draws on established intelligence tradecraft and adapts it for CTI production workflows.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35331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Cycle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(FOR578, Rob Lee, Michael Rea)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35331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Requirements-driven intelligence production. Confidence levels (Low/Moderate/High). The principle that intelligence serves the consumer's requirement, not the analyst's curiosity.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768096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423160"/>
            <a:ext cx="54864" cy="914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49631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Writing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(Lenny Zeltser, SEC402)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49631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Consumer-focused inclusion test for reports: does this answer a question the reader has? Lead with the point. Cut 20%. Don't bury the main idea.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566160"/>
            <a:ext cx="54864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3931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 Labs TRR Methodology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(Andrew VanVleet)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63931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source-to-derivative model. Discipline-neutral research serves as lossless source material from which team-specific outputs are produced. Research and deliverables are different things.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references and source material available in the framework documentation.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731520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73152" cy="2560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097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Explore This Together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 is designed to be adapted, not adopted wholesale. The structure is environment-agnostic — the IRs, PIRs, sources, and derivative types would be tailored to how your team operates today.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I'd like to have: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current workflow look like, and where could a structured pipeline like this add the most value?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framework documents + example research base and derivatives are available for review.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CTI Intelligence Pipeline Framework</dc:title>
  <dc:subject>PptxGenJS Presentation</dc:subject>
  <dc:creator>TIRED Labs</dc:creator>
  <cp:lastModifiedBy>TIRED Labs</cp:lastModifiedBy>
  <cp:revision>1</cp:revision>
  <dcterms:created xsi:type="dcterms:W3CDTF">2026-03-13T17:25:23Z</dcterms:created>
  <dcterms:modified xsi:type="dcterms:W3CDTF">2026-03-13T17:25:23Z</dcterms:modified>
</cp:coreProperties>
</file>